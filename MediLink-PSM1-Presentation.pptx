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MediLink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Cross-Clinic Patient Record Sharing System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68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Data Flow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 1 Presentation  ·  Yashh Gill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9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MediLink — System Overview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754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federated, offline-resilient network linking clinics under a single patient identity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2697480" cy="3931920"/>
          </a:xfrm>
          <a:prstGeom prst="roundRect">
            <a:avLst>
              <a:gd name="adj" fmla="val 406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10058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5727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Nodes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1993392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clinic runs a fully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offline-capable FastAPI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with local SQLite.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dependency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daily operations.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896112"/>
            <a:ext cx="2697480" cy="3931920"/>
          </a:xfrm>
          <a:prstGeom prst="roundRect">
            <a:avLst>
              <a:gd name="adj" fmla="val 4068"/>
            </a:avLst>
          </a:prstGeom>
          <a:solidFill>
            <a:srgbClr val="01606B"/>
          </a:solidFill>
          <a:ln w="12700">
            <a:solidFill>
              <a:srgbClr val="0160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37560" y="10058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15727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 Layer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1993392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records via blind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index (ic_hash).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cross-clinic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federation.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896112"/>
            <a:ext cx="2697480" cy="3931920"/>
          </a:xfrm>
          <a:prstGeom prst="roundRect">
            <a:avLst>
              <a:gd name="adj" fmla="val 4068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10058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5727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Gateway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1993392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public URL (8000)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federates patient login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clinics.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register ONCE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seen everywhere.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9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2801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560320" y="82296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EBF5FB"/>
          </a:solidFill>
          <a:ln w="19050">
            <a:solidFill>
              <a:srgbClr val="2980B9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2606040" y="868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Supabase Cloud (PostgreSQL)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1216152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16352" y="1234440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 (ic_hash)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1517904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16352" y="1536192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medical_records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1819656"/>
            <a:ext cx="3657600" cy="256032"/>
          </a:xfrm>
          <a:prstGeom prst="roundRect">
            <a:avLst>
              <a:gd name="adj" fmla="val 14286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16352" y="1837944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 ·  users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0" y="2542032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11296" y="2578608"/>
            <a:ext cx="21214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Patient Gateway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(FastAPI)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584448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01606B"/>
          </a:solidFill>
          <a:ln w="12700">
            <a:solidFill>
              <a:srgbClr val="0160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0896" y="3621024"/>
            <a:ext cx="221284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Klinik Melaka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FastAPI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0" y="3584448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01606B"/>
          </a:solidFill>
          <a:ln w="12700">
            <a:solidFill>
              <a:srgbClr val="01606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20256" y="3621024"/>
            <a:ext cx="221284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Klinik Jasin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FastAPI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4498848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93592" y="4526280"/>
            <a:ext cx="195681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Patient Browser / Portal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417320" y="3584448"/>
            <a:ext cx="0" cy="-1252728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417320" y="2331720"/>
            <a:ext cx="13258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777240" y="2743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26680" y="3584448"/>
            <a:ext cx="0" cy="-1252728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6400800" y="2331720"/>
            <a:ext cx="132588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6995160" y="27432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74720" y="3246120"/>
            <a:ext cx="-914400" cy="0"/>
          </a:xfrm>
          <a:prstGeom prst="line">
            <a:avLst/>
          </a:prstGeom>
          <a:noFill/>
          <a:ln w="15240">
            <a:solidFill>
              <a:srgbClr val="5A6B70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5669280" y="3246120"/>
            <a:ext cx="914400" cy="0"/>
          </a:xfrm>
          <a:prstGeom prst="line">
            <a:avLst/>
          </a:prstGeom>
          <a:noFill/>
          <a:ln w="15240">
            <a:solidFill>
              <a:srgbClr val="5A6B70"/>
            </a:solidFill>
            <a:prstDash val="solid"/>
            <a:tailEnd type="arrow"/>
          </a:ln>
        </p:spPr>
      </p:sp>
      <p:sp>
        <p:nvSpPr>
          <p:cNvPr id="29" name="Text 27"/>
          <p:cNvSpPr txBox="1"/>
          <p:nvPr/>
        </p:nvSpPr>
        <p:spPr>
          <a:xfrm>
            <a:off x="1965960" y="32918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/api/*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4498848"/>
            <a:ext cx="0" cy="-219456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arrow"/>
          </a:ln>
        </p:spPr>
      </p:sp>
      <p:sp>
        <p:nvSpPr>
          <p:cNvPr id="31" name="Text 29"/>
          <p:cNvSpPr txBox="1"/>
          <p:nvPr/>
        </p:nvSpPr>
        <p:spPr>
          <a:xfrm>
            <a:off x="4617720" y="4224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clinic SQLite DBs survive cloud outages — sync resumes automatically on reconnect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9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2801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— Level 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4572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patient data moves through MediLink from registration to cross-clinic retrieval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" y="2011680"/>
            <a:ext cx="1325880" cy="5943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20116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" y="4069080"/>
            <a:ext cx="1325880" cy="5943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" y="40690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Staff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80960" y="2011680"/>
            <a:ext cx="1325880" cy="59436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0" y="20116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DB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91640" y="114300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728216" y="1179576"/>
            <a:ext cx="19385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Registration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IC Hashing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91640" y="224028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28216" y="2276856"/>
            <a:ext cx="19385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977640" y="114300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01606B"/>
          </a:solidFill>
          <a:ln w="12700">
            <a:solidFill>
              <a:srgbClr val="0160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14216" y="1179576"/>
            <a:ext cx="19385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Creation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(Melaka / Jasin)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77640" y="224028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01606B"/>
          </a:solidFill>
          <a:ln w="12700">
            <a:solidFill>
              <a:srgbClr val="0160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14216" y="2276856"/>
            <a:ext cx="19385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(ic_hash index)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77640" y="338328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014216" y="3419856"/>
            <a:ext cx="19385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Cross-Clinic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691640" y="3383280"/>
            <a:ext cx="2011680" cy="868680"/>
          </a:xfrm>
          <a:prstGeom prst="roundRect">
            <a:avLst>
              <a:gd name="adj" fmla="val 8421"/>
            </a:avLst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728216" y="3419856"/>
            <a:ext cx="193852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1234440"/>
            <a:ext cx="1325880" cy="457200"/>
          </a:xfrm>
          <a:prstGeom prst="rect">
            <a:avLst/>
          </a:prstGeom>
          <a:solidFill>
            <a:srgbClr val="F4F9F9"/>
          </a:solidFill>
          <a:ln w="12700">
            <a:solidFill>
              <a:srgbClr val="5A6B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234440"/>
            <a:ext cx="1325880" cy="0"/>
          </a:xfrm>
          <a:prstGeom prst="line">
            <a:avLst/>
          </a:prstGeom>
          <a:noFill/>
          <a:ln w="25400">
            <a:solidFill>
              <a:srgbClr val="5A6B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691640"/>
            <a:ext cx="1325880" cy="0"/>
          </a:xfrm>
          <a:prstGeom prst="line">
            <a:avLst/>
          </a:prstGeom>
          <a:noFill/>
          <a:ln w="25400">
            <a:solidFill>
              <a:srgbClr val="5A6B7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36208" y="1252728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  Local SQLite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2331720"/>
            <a:ext cx="1325880" cy="457200"/>
          </a:xfrm>
          <a:prstGeom prst="rect">
            <a:avLst/>
          </a:prstGeom>
          <a:solidFill>
            <a:srgbClr val="F4F9F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2331720"/>
            <a:ext cx="1325880" cy="0"/>
          </a:xfrm>
          <a:prstGeom prst="line">
            <a:avLst/>
          </a:prstGeom>
          <a:noFill/>
          <a:ln w="25400">
            <a:solidFill>
              <a:srgbClr val="2980B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2788920"/>
            <a:ext cx="1325880" cy="0"/>
          </a:xfrm>
          <a:prstGeom prst="line">
            <a:avLst/>
          </a:prstGeom>
          <a:noFill/>
          <a:ln w="25400">
            <a:solidFill>
              <a:srgbClr val="2980B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36208" y="2350008"/>
            <a:ext cx="1289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DS2  Cloud Mirror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463040" y="1920240"/>
            <a:ext cx="228600" cy="-50292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arrow"/>
          </a:ln>
        </p:spPr>
      </p:sp>
      <p:sp>
        <p:nvSpPr>
          <p:cNvPr id="33" name="Text 31"/>
          <p:cNvSpPr txBox="1"/>
          <p:nvPr/>
        </p:nvSpPr>
        <p:spPr>
          <a:xfrm>
            <a:off x="18288" y="13716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number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463040" y="2532888"/>
            <a:ext cx="228600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arrow"/>
          </a:ln>
        </p:spPr>
      </p:sp>
      <p:sp>
        <p:nvSpPr>
          <p:cNvPr id="35" name="Text 33"/>
          <p:cNvSpPr txBox="1"/>
          <p:nvPr/>
        </p:nvSpPr>
        <p:spPr>
          <a:xfrm>
            <a:off x="18288" y="243230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463040" y="4315968"/>
            <a:ext cx="2743200" cy="-2743200"/>
          </a:xfrm>
          <a:prstGeom prst="line">
            <a:avLst/>
          </a:prstGeom>
          <a:noFill/>
          <a:ln w="16510">
            <a:solidFill>
              <a:srgbClr val="27AE60"/>
            </a:solidFill>
            <a:prstDash val="dash"/>
            <a:tailEnd type="arrow"/>
          </a:ln>
        </p:spPr>
      </p:sp>
      <p:sp>
        <p:nvSpPr>
          <p:cNvPr id="37" name="Text 35"/>
          <p:cNvSpPr txBox="1"/>
          <p:nvPr/>
        </p:nvSpPr>
        <p:spPr>
          <a:xfrm>
            <a:off x="18288" y="3246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vitals, Rx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703320" y="1572768"/>
            <a:ext cx="2514600" cy="0"/>
          </a:xfrm>
          <a:prstGeom prst="line">
            <a:avLst/>
          </a:prstGeom>
          <a:noFill/>
          <a:ln w="16510">
            <a:solidFill>
              <a:srgbClr val="5A6B70"/>
            </a:solidFill>
            <a:prstDash val="solid"/>
            <a:tailEnd type="arrow"/>
          </a:ln>
        </p:spPr>
      </p:sp>
      <p:sp>
        <p:nvSpPr>
          <p:cNvPr id="39" name="Text 37"/>
          <p:cNvSpPr txBox="1"/>
          <p:nvPr/>
        </p:nvSpPr>
        <p:spPr>
          <a:xfrm>
            <a:off x="3977640" y="13533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patient row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9320" y="1572768"/>
            <a:ext cx="228600" cy="0"/>
          </a:xfrm>
          <a:prstGeom prst="line">
            <a:avLst/>
          </a:prstGeom>
          <a:noFill/>
          <a:ln w="16510">
            <a:solidFill>
              <a:srgbClr val="5A6B70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4983480" y="2011680"/>
            <a:ext cx="0" cy="228600"/>
          </a:xfrm>
          <a:prstGeom prst="line">
            <a:avLst/>
          </a:prstGeom>
          <a:noFill/>
          <a:ln w="16510">
            <a:solidFill>
              <a:srgbClr val="01606B"/>
            </a:solidFill>
            <a:prstDash val="solid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5989320" y="2670048"/>
            <a:ext cx="228600" cy="0"/>
          </a:xfrm>
          <a:prstGeom prst="line">
            <a:avLst/>
          </a:prstGeom>
          <a:noFill/>
          <a:ln w="16510">
            <a:solidFill>
              <a:srgbClr val="2980B9"/>
            </a:solidFill>
            <a:prstDash val="solid"/>
            <a:tailEnd type="arrow"/>
          </a:ln>
        </p:spPr>
      </p:sp>
      <p:sp>
        <p:nvSpPr>
          <p:cNvPr id="43" name="Text 41"/>
          <p:cNvSpPr txBox="1"/>
          <p:nvPr/>
        </p:nvSpPr>
        <p:spPr>
          <a:xfrm>
            <a:off x="6053328" y="20848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records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(ic_hash)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543800" y="2560320"/>
            <a:ext cx="137160" cy="-256032"/>
          </a:xfrm>
          <a:prstGeom prst="line">
            <a:avLst/>
          </a:prstGeom>
          <a:noFill/>
          <a:ln w="16510">
            <a:solidFill>
              <a:srgbClr val="2980B9"/>
            </a:solidFill>
            <a:prstDash val="solid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6876288" y="2788920"/>
            <a:ext cx="0" cy="749808"/>
          </a:xfrm>
          <a:prstGeom prst="line">
            <a:avLst/>
          </a:prstGeom>
          <a:noFill/>
          <a:ln w="16510">
            <a:solidFill>
              <a:srgbClr val="2980B9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5989320" y="3538728"/>
            <a:ext cx="914400" cy="0"/>
          </a:xfrm>
          <a:prstGeom prst="line">
            <a:avLst/>
          </a:prstGeom>
          <a:noFill/>
          <a:ln w="16510">
            <a:solidFill>
              <a:srgbClr val="2980B9"/>
            </a:solidFill>
            <a:prstDash val="dash"/>
            <a:tailEnd type="arrow"/>
          </a:ln>
        </p:spPr>
      </p:sp>
      <p:sp>
        <p:nvSpPr>
          <p:cNvPr id="47" name="Text 45"/>
          <p:cNvSpPr txBox="1"/>
          <p:nvPr/>
        </p:nvSpPr>
        <p:spPr>
          <a:xfrm>
            <a:off x="6016752" y="33375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external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977640" y="3813048"/>
            <a:ext cx="-2084832" cy="0"/>
          </a:xfrm>
          <a:prstGeom prst="line">
            <a:avLst/>
          </a:prstGeom>
          <a:noFill/>
          <a:ln w="16510">
            <a:solidFill>
              <a:srgbClr val="0A2342"/>
            </a:solidFill>
            <a:prstDash val="solid"/>
            <a:tailEnd type="arrow"/>
          </a:ln>
        </p:spPr>
      </p:sp>
      <p:sp>
        <p:nvSpPr>
          <p:cNvPr id="49" name="Text 47"/>
          <p:cNvSpPr txBox="1"/>
          <p:nvPr/>
        </p:nvSpPr>
        <p:spPr>
          <a:xfrm>
            <a:off x="1920240" y="38587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record list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691640" y="3813048"/>
            <a:ext cx="-228600" cy="-123444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arrow"/>
          </a:ln>
        </p:spPr>
      </p:sp>
      <p:sp>
        <p:nvSpPr>
          <p:cNvPr id="51" name="Text 49"/>
          <p:cNvSpPr txBox="1"/>
          <p:nvPr/>
        </p:nvSpPr>
        <p:spPr>
          <a:xfrm>
            <a:off x="18288" y="3017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UI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registration to cross-clinic record retrieval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1060704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" y="1060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987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Registration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58952" y="12801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Kiosk collects IC → backend derives ic_hash (HMAC-SHA256) + encrypts IC with Fernet. Patient row written to local SQLite. Activation code issued.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2432304"/>
            <a:ext cx="411480" cy="411480"/>
          </a:xfrm>
          <a:prstGeom prst="ellipse">
            <a:avLst/>
          </a:prstGeom>
          <a:solidFill>
            <a:srgbClr val="01606B"/>
          </a:solidFill>
          <a:ln w="12700">
            <a:solidFill>
              <a:srgbClr val="0160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" y="2432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26517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task mirrors patient &amp; records to Supabase. Matching uses ic_hash only — never raw IC. Ciphertext differs per-write, making equality checks impossible.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3803904"/>
            <a:ext cx="411480" cy="41148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56032" y="3803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" y="3730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Cross-Clinic Lookup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58952" y="40233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visits Jasin → kiosk hashes IC → queries cloud by ic_hash → finds Melaka record → pulls patient profile to local Jasin DB.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6592" y="1060704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36592" y="1060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239512" y="9875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Federation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239512" y="12801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(port 8000) tries login on Clinic A, then Clinic B. Returns JWT from whichever clinic holds the activated account. One URL for all patients.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36592" y="2432304"/>
            <a:ext cx="411480" cy="4114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36592" y="24323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239512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Federation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239512" y="26517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/records/patient/{id} fetches local records + queries Supabase for records from OTHER facility_ids (same ic_hash). Sets external=true, facility_name on cross-clinic rows.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36592" y="3803904"/>
            <a:ext cx="411480" cy="411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36592" y="3803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239512" y="3730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Gate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239512" y="402336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Cross-clinic clinical detail requires explicit patient consent (QR code). Without consent, locked records show only date + clinic — no diagnosis or prescriptions.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9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606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65760" y="128016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Resilience &amp; Auto-Reconciliation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977640" cy="411480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89611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Offline Scenario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11480" y="13533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Clinic operates on local SQLite — zero internet dependency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88366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Records, prescriptions, payments stored locally first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24140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Kiosk registration, queue, billing fully functional offline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29443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cloud_db = None → graceful fallback, no crashes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3474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sync_status = "local" flags rows awaiting upload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822960"/>
            <a:ext cx="42519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89611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Auto-Reconciliation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3533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Background watchdog polls cloud every 30s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188366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 reconnect: pushes all rows where sync_status = "local"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41401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Deduplication by id — upsert prevents double-write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94436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ic_hash match auto-links same patient across nodes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47472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Facility registration synced network-wide immediately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guarantee: DEPLOYMENT_MODE=standalone forces cloud_db = None — data never leaves the clinic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protection for sensitive medical records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987552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0D1B2A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93192" y="10789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IC Encryption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93192" y="138988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numbers encrypted with Fernet (AES-128-CBC). Ciphertext differs per write — even if DB is compromised, ICs cannot be extracted without the key.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2359152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0D1B2A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3192" y="24505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🔏  Blind Index (ic_hash)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93192" y="276148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Cross-clinic matching uses HMAC-SHA256 of the IC. No raw IC stored in cloud. Hash is deterministic but non-reversible.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3730752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0D1B2A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3192" y="38221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🪙  JWT Authentication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" y="413308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 calls require Bearer token. Gateway federates login across clinics — one URL, no credential duplication across nodes.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36592" y="987552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0D1B2A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73752" y="10789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Patient Consent Gate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73752" y="138988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access to cross-clinic records requires explicit QR consent from the patient. Without consent: presence of record shown, no clinical detail.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6592" y="2359152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0D1B2A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73752" y="24505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Audit Log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873752" y="276148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read/write logged with user ID, role, IP, and timestamp. Immutable trail for compliance and break-glass events.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36592" y="3730752"/>
            <a:ext cx="4160520" cy="1234440"/>
          </a:xfrm>
          <a:prstGeom prst="roundRect">
            <a:avLst>
              <a:gd name="adj" fmla="val 5926"/>
            </a:avLst>
          </a:prstGeom>
          <a:solidFill>
            <a:srgbClr val="0D1B2A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73752" y="38221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Standalone Mode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73752" y="413308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DEPLOYMENT_MODE=standalone → cloud_db = None. Guarantees data isolation for clinics that opt out of network sharing.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Credentials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0D1B2A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Portal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441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http://127.0.0.1:8000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02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yashpreet@demo.medilink  ·  Patient@123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0D1B2A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377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Melaka (staff)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67004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http://127.0.0.1:8001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2608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admin@melaka.medilink  ·  Admin@123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1188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0D1B2A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03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Jasin (staff)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959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http://127.0.0.1:8002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2519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admin@jasin.medilink  ·  Admin@123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demo-setup.sh to seed all data automatically before presenting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2026-09-02T13:20:04Z</dcterms:created>
  <dcterms:modified xsi:type="dcterms:W3CDTF">2026-09-02T13:20:04Z</dcterms:modified>
</cp:coreProperties>
</file>